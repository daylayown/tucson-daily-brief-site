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8D4F"/>
                </a:solidFill>
                <a:latin typeface="Arial"/>
              </a:defRPr>
            </a:pPr>
            <a:r>
              <a:t>Building Things in Journalism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0"/>
                </a:solidFill>
                <a:latin typeface="Arial"/>
              </a:defRPr>
            </a:pPr>
            <a:r>
              <a:t>Nicholas De Leon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Arial"/>
              </a:defRPr>
            </a:pPr>
            <a:r>
              <a:t>Senior Reporter, Consumer Reports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JOUR 428: Product Development in Journalism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University of Arizona  •  March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20 years in journalism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0"/>
                </a:solidFill>
                <a:latin typeface="Arial"/>
              </a:defRPr>
            </a:pPr>
            <a:r>
              <a:t>Started at Gizmodo in December 2005.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AA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9999AA"/>
                </a:solidFill>
                <a:latin typeface="Arial"/>
              </a:defRPr>
            </a:pPr>
            <a:r>
              <a:t>Gizmodo → TechCrunch → The Daily (News Corp) → Circa → Vice → Consumer Reports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AA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defRPr sz="2400" b="0">
                <a:solidFill>
                  <a:srgbClr val="F0F0F0"/>
                </a:solidFill>
                <a:latin typeface="Arial"/>
              </a:defRPr>
            </a:pPr>
            <a:r>
              <a:t>At Consumer Reports since 2017, covering laptops, PCs, WiFi, and AI.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AA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NYU — Journalism &amp; Political Science, 2008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Moved from NYC to Catalina, AZ in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Where I actually learned journalism instincts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Tech blogs (2003–2008)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Engadget, Gizmodo, Ars Technica — fast, opinionated, obsessive about getting it right. Proved you didn’t need a masthead to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Wrestling Observer Newsletter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Dave Meltzer has published a niche newsletter since 1983. Decades before Substack, he proved one expert voice + a dedicated audience = a sustainable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Leo Laporte / TWiT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Built a podcast network before “podcast” was a word. Showed me that audio + niche expertise + consistency =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The point: journalism instincts can come from anywhere. Follow your obsessions.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Tucson Daily 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Arial"/>
              </a:defRPr>
            </a:pPr>
            <a:r>
              <a:t>An AI-powered local news briefing for Tucson, updated daily at 6 AM.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AA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•  Website — tucsondailybrief.com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•  Podcast — Apple Podcasts, Spotify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•  YouTube — daily video briefings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AA"/>
                </a:solidFill>
                <a:latin typeface="Arial"/>
              </a:defRPr>
            </a:pPr>
            <a:r>
              <a:t>•  Telegram — morning delivery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AA"/>
                </a:solidFill>
                <a:latin typeface="Arial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0F0F0"/>
                </a:solidFill>
                <a:latin typeface="Arial"/>
              </a:defRPr>
            </a:pPr>
            <a:r>
              <a:t>No human touches it. One person built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389120" cy="38404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999AA"/>
                </a:solidFill>
              </a:defRPr>
            </a:pPr>
            <a:r>
              <a:t>[ screenshot of tucsondailybrief.com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Arial"/>
              </a:defRPr>
            </a:pPr>
            <a:r>
              <a:t>Curate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20+ local RSS feeds, organized by editorial priority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Arial"/>
              </a:defRPr>
            </a:pPr>
            <a:r>
              <a:t>Write the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AI instructions: what to cover, how to rank, what tone to use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Arial"/>
              </a:defRPr>
            </a:pPr>
            <a:r>
              <a:t>AI generates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Claude reads the feeds, writes the briefing following editorial rules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Arial"/>
              </a:defRPr>
            </a:pPr>
            <a:r>
              <a:t>Distribute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Website → Podcast → YouTube → Telegram — one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Arial"/>
              </a:defRPr>
            </a:pPr>
            <a:r>
              <a:t>Total: ~300 lines of Python  •  Zero frameworks  •  Free hosting on GitHub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8D4F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Arial"/>
              </a:defRPr>
            </a:pPr>
            <a:r>
              <a:t>Let’s look at the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Newsletters that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Wrestling Observer Newsletter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Arial"/>
              </a:defRPr>
            </a:pPr>
            <a:r>
              <a:t>Dave Meltzer, since 1983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0"/>
                </a:solidFill>
                <a:latin typeface="Arial"/>
              </a:defRPr>
            </a:pPr>
            <a:r>
              <a:t>One expert, one niche, 40+ years. The original Substack before Substack existed.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Platformer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Arial"/>
              </a:defRPr>
            </a:pPr>
            <a:r>
              <a:t>Casey Newton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0"/>
                </a:solidFill>
                <a:latin typeface="Arial"/>
              </a:defRPr>
            </a:pPr>
            <a:r>
              <a:t>Left The Verge to cover Big Tech independently. Broke major stories as a solo operation.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404 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Arial"/>
              </a:defRPr>
            </a:pPr>
            <a:r>
              <a:t>Jason Koebler, Emanuel Maiberg, Samantha Cole, Joseph Cox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0"/>
                </a:solidFill>
                <a:latin typeface="Arial"/>
              </a:defRPr>
            </a:pPr>
            <a:r>
              <a:t>Four journalists left Vice and built their own newsroom. Profitable within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What makes them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Niche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Don’t try to be everything. Be the best at one thing. The narrower your focus, the more indispensable you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Consistent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People subscribe to people, not brands. Your perspective is your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Sustainable 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Daily, weekly, whatever — but never miss. Reliability builds trust faster than quality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Direct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Email, RSS, podcast — you own the audience. No algorithm deciding who sees your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4F"/>
                </a:solidFill>
                <a:latin typeface="Arial"/>
              </a:defRPr>
            </a:pPr>
            <a:r>
              <a:t>Careers in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E8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Think clearly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Every tool is useless without judgment. Know what matters and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Write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AI can generate text. It can’t decide what’s worth saying.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Build things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You don’t need to be an engineer. But knowing how to make something real — a site, a feed, a product — changes what’s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A0DC"/>
                </a:solidFill>
                <a:latin typeface="Arial"/>
              </a:defRPr>
            </a:pPr>
            <a:r>
              <a:t>Stay curious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Arial"/>
              </a:defRPr>
            </a:pPr>
            <a:r>
              <a:t>The tools will keep changing. The instinct to learn won’t become obsolete.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Arial"/>
              </a:defRPr>
            </a:pPr>
            <a:r>
              <a:t>Skills matter more than job titles.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8D4F"/>
                </a:solidFill>
                <a:latin typeface="Arial"/>
              </a:defRPr>
            </a:pPr>
            <a:r>
              <a:t>The next Gizmodo is in your head.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Arial"/>
              </a:defRPr>
            </a:pPr>
            <a:r>
              <a:t>You don’t need permission to start.</a:t>
            </a:r>
            <a:br/>
            <a:r>
              <a:t>You don’t need a newsroom to publish.</a:t>
            </a:r>
            <a:br/>
            <a:r>
              <a:t>You don’t need venture capital to reach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0"/>
                </a:solidFill>
                <a:latin typeface="Arial"/>
              </a:defRPr>
            </a:pPr>
            <a:r>
              <a:t>You need a topic you care about, a voice, and the willingness to 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8D4F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8D4F"/>
                </a:solidFill>
                <a:latin typeface="Arial"/>
              </a:defRPr>
            </a:pPr>
            <a:r>
              <a:t>Thanks!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A0DC"/>
                </a:solidFill>
                <a:latin typeface="Arial"/>
              </a:defRPr>
            </a:pPr>
            <a:r>
              <a:t>nicholas.deleon@consumer.org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A0DC"/>
                </a:solidFill>
                <a:latin typeface="Arial"/>
              </a:defRPr>
            </a:pPr>
            <a:r>
              <a:t>linkedin.com/in/nicholas-de-leon-3b5b6a9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A0DC"/>
                </a:solidFill>
                <a:latin typeface="Arial"/>
              </a:defRPr>
            </a:pPr>
            <a:r>
              <a:t>tucsondailybrief.com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Arial"/>
              </a:defRPr>
            </a:pPr>
            <a:r>
              <a:t>Nicholas De Leon  •  Senior Reporter, Consumer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